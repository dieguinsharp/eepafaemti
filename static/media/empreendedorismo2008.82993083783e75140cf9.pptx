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3c6d70be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3c6d70be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3c6d70be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3c6d70be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48ca6f83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48ca6f83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48ca6f83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48ca6f83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48ca6f83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48ca6f83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48ca6f83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648ca6f83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247425" y="1578400"/>
            <a:ext cx="55227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Empreendedorismo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20/08/2025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113325"/>
            <a:ext cx="7038900" cy="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Empreendedorismo sustentável: o que é e como aplicar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298700"/>
            <a:ext cx="7038900" cy="3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empreendedorismo sustentável é visto como uma poderosa ferramenta de transformação econômica e social, capaz de promover mudanças significativas na forma como as empresas operam e se relacionam com o meio ambiente e a sociedade em geral.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O empreendedorismo sustentável é um modelo de negócio que busca integrar a sustentabilidade ambiental, social e econômica em todas as fases da atividade empreendedora.</a:t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Trata-se de um tipo de empreendedorismo que </a:t>
            </a:r>
            <a:r>
              <a:rPr b="1" lang="pt-BR"/>
              <a:t>tem como objetivo aliar o sucesso financeiro à responsabilidade ambiental e social, promovendo um equilíbrio entre as dimensões econômica, ambiental e social do desenvolvimento.</a:t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Para isso, </a:t>
            </a:r>
            <a:r>
              <a:rPr b="1" lang="pt-BR"/>
              <a:t>é preciso adotar ações e processos sustentáveis em todas as áreas do negócio, desde a concepção do produto ou serviço até a sua entrega ao cliente – sempre colocando criatividade e inovação em prática.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052700" y="73800"/>
            <a:ext cx="80913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Quais são as vantagens do empreendedorismo sustentável para o empreendedor?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298700"/>
            <a:ext cx="7038900" cy="31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Diferenciação no mercado: ao adotar práticas sustentáveis, o empreendedor pode se diferenciar da concorrência, atraindo consumidores que valorizam empresas que se preocupam com o meio ambiente e a sociedade.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Redução de custos: a adoção de práticas sustentáveis, como a redução do consumo de energia e água, pode levar a uma redução significativa nos custos operacionais do negócio.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Acesso a financiamento: muitos investidores e instituições financeiras estão interessados em apoiar empresas que adotam um desenvolvimento sustentável, o que pode facilitar o acesso a financiamento e investimentos.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Fortalecimento da imagem da marca: o empreendedorismo sustentável pode contribuir para uma imagem positiva da marca, melhorando a reputação do negócio junto aos consumidores e à sociedade em geral.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052700" y="73800"/>
            <a:ext cx="80913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 lembrar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578900" y="870700"/>
            <a:ext cx="7038900" cy="10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O que é o empreendedorismo sustentável?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Qual o objetivo desse tipo de empreendedorismo?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Um negócio sustentável deve possuir apenas o produto final como sustentável?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Cite uma vantagem de um negócio sustentável.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052700" y="73800"/>
            <a:ext cx="80913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aplicar o empreendedorismo sustentável na prática?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298700"/>
            <a:ext cx="7038900" cy="29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Identificar oportunidades de negócios sustentáveis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O primeiro passo para ter uma empresa sustentável é a identificação de oportunidades de negócios que sejam socialmente e ambientalmente responsáveis. Por exemplo, negócios que produzem produtos ou serviços que ajudam a reduzir a pegada de carbono ou a promover a economia circular.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Desenvolver um modelo de negócios sustentável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	Um modelo de negócios sustentável deve levar em consideração o impacto ambiental e social de sua operação, bem como sua rentabilidade financeira.  Isso pode envolver a adoção de práticas comerciais sustentáveis, como o uso de energia renovável, a redução de resíduos e a gestão responsável da cadeia de fornecimento.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052700" y="73800"/>
            <a:ext cx="80913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aplicar o empreendedorismo sustentável na prática?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298700"/>
            <a:ext cx="7038900" cy="31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3.	</a:t>
            </a:r>
            <a:r>
              <a:rPr lang="pt-BR"/>
              <a:t>Construir uma cultura empresarial sustentável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 cultura nas empresas sustentáveis envolve a adoção de práticas ambientais e sociais responsáveis em todos os aspectos da operação do negócio.  Isso pode incluir a educação e o envolvimento dos funcionários sobre a importância da sustentabilidade, bem como a implementação de políticas sustentáveis, como a redução do uso de plásticos e a reciclagem de materiais.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4.	</a:t>
            </a:r>
            <a:r>
              <a:rPr lang="pt-BR"/>
              <a:t>Comunicar sua abordagem sustentável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	</a:t>
            </a:r>
            <a:r>
              <a:rPr lang="pt-BR"/>
              <a:t>Comunicar sua abordagem sustentável é essencial para a construção de uma marca e a geração de engajamento dos clientes. Isso pode ser feito por meio de marketing responsável e transparente, incluindo a divulgação de suas práticas de sustentabilidade e o envolvimento dos clientes em iniciativas sustentáveis.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052700" y="73800"/>
            <a:ext cx="80913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aplicar o empreendedorismo sustentável na prática?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298700"/>
            <a:ext cx="7038900" cy="16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5. 	Medir o desempenho sustentável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Medir o desempenho sustentável é fundamental para monitorar o impacto de suas práticas de sustentabilidade e identificar áreas para melhorias contínuas. Isso pode envolver a definição de métricas específicas para medir o impacto ambiental e social de sua operação, bem como a realização de auditorias regulares para garantir que sua operação esteja em conformidade com as normas de sustentabilidade.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