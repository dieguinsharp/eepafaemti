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851390bc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851390bc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3c6ff996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3c6ff996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3c6ff996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3c6ff996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Design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06/08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ctrTitle"/>
          </p:nvPr>
        </p:nvSpPr>
        <p:spPr>
          <a:xfrm>
            <a:off x="583050" y="81775"/>
            <a:ext cx="33288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Conteúdo</a:t>
            </a:r>
            <a:endParaRPr sz="1900"/>
          </a:p>
        </p:txBody>
      </p:sp>
      <p:sp>
        <p:nvSpPr>
          <p:cNvPr id="141" name="Google Shape;141;p14"/>
          <p:cNvSpPr txBox="1"/>
          <p:nvPr>
            <p:ph type="ctrTitle"/>
          </p:nvPr>
        </p:nvSpPr>
        <p:spPr>
          <a:xfrm>
            <a:off x="3911725" y="160200"/>
            <a:ext cx="5017500" cy="16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4485" lvl="0" marL="457200" rtl="0" algn="l">
              <a:spcBef>
                <a:spcPts val="0"/>
              </a:spcBef>
              <a:spcAft>
                <a:spcPts val="0"/>
              </a:spcAft>
              <a:buSzPts val="1510"/>
              <a:buAutoNum type="arabicPeriod"/>
            </a:pPr>
            <a:r>
              <a:rPr lang="pt-BR" sz="1510"/>
              <a:t>Desenvolvimento de Layout: princípios visuais, hierarquia e estrutura.</a:t>
            </a:r>
            <a:endParaRPr sz="1510"/>
          </a:p>
          <a:p>
            <a:pPr indent="-324485" lvl="0" marL="457200" rtl="0" algn="l">
              <a:spcBef>
                <a:spcPts val="0"/>
              </a:spcBef>
              <a:spcAft>
                <a:spcPts val="0"/>
              </a:spcAft>
              <a:buSzPts val="1510"/>
              <a:buAutoNum type="arabicPeriod"/>
            </a:pPr>
            <a:r>
              <a:rPr lang="pt-BR" sz="1510"/>
              <a:t>Tipos de Imagem: características técnicas e aplicações de JPG, PNG, GIF.</a:t>
            </a:r>
            <a:endParaRPr sz="1510"/>
          </a:p>
          <a:p>
            <a:pPr indent="-324485" lvl="0" marL="457200" rtl="0" algn="l">
              <a:spcBef>
                <a:spcPts val="0"/>
              </a:spcBef>
              <a:spcAft>
                <a:spcPts val="0"/>
              </a:spcAft>
              <a:buSzPts val="1510"/>
              <a:buAutoNum type="arabicPeriod"/>
            </a:pPr>
            <a:r>
              <a:rPr lang="pt-BR" sz="1510"/>
              <a:t>Uso de Texto: tipografia, legibilidade, contraste e composição textual.</a:t>
            </a:r>
            <a:endParaRPr sz="1510"/>
          </a:p>
        </p:txBody>
      </p:sp>
      <p:sp>
        <p:nvSpPr>
          <p:cNvPr id="142" name="Google Shape;142;p14"/>
          <p:cNvSpPr txBox="1"/>
          <p:nvPr>
            <p:ph type="ctrTitle"/>
          </p:nvPr>
        </p:nvSpPr>
        <p:spPr>
          <a:xfrm>
            <a:off x="5600125" y="1880950"/>
            <a:ext cx="164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Justificativa</a:t>
            </a:r>
            <a:endParaRPr sz="1900"/>
          </a:p>
        </p:txBody>
      </p:sp>
      <p:sp>
        <p:nvSpPr>
          <p:cNvPr id="143" name="Google Shape;143;p14"/>
          <p:cNvSpPr txBox="1"/>
          <p:nvPr>
            <p:ph type="ctrTitle"/>
          </p:nvPr>
        </p:nvSpPr>
        <p:spPr>
          <a:xfrm>
            <a:off x="3911725" y="2429875"/>
            <a:ext cx="5017500" cy="16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10"/>
              <a:t>Desenvolver competências visuais é essencial no mundo digital. Conhecer os fundamentos do design gráfico permite que os alunos comuniquem ideias com clareza e impacto, usando layout, imagens e texto de forma estratégica.</a:t>
            </a:r>
            <a:endParaRPr sz="151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Prévias de atividades</a:t>
            </a:r>
            <a:endParaRPr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297500" y="1193275"/>
            <a:ext cx="7038900" cy="6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Observação de diferentes layouts e composições visuais.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Discussão sobre imagem e texto em redes sociais.</a:t>
            </a:r>
            <a:endParaRPr/>
          </a:p>
        </p:txBody>
      </p:sp>
      <p:sp>
        <p:nvSpPr>
          <p:cNvPr id="150" name="Google Shape;150;p15"/>
          <p:cNvSpPr txBox="1"/>
          <p:nvPr>
            <p:ph type="title"/>
          </p:nvPr>
        </p:nvSpPr>
        <p:spPr>
          <a:xfrm>
            <a:off x="1297500" y="2005925"/>
            <a:ext cx="7038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Prévias de atividades </a:t>
            </a:r>
            <a:r>
              <a:rPr lang="pt-BR"/>
              <a:t>autodidáticas</a:t>
            </a:r>
            <a:endParaRPr/>
          </a:p>
        </p:txBody>
      </p:sp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1297500" y="2751975"/>
            <a:ext cx="7038900" cy="6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Pesquisa sobre formatos de imagem e suas aplicações.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Estudo guiado sobre famílias tipográficas.</a:t>
            </a:r>
            <a:endParaRPr/>
          </a:p>
        </p:txBody>
      </p:sp>
      <p:sp>
        <p:nvSpPr>
          <p:cNvPr id="152" name="Google Shape;152;p15"/>
          <p:cNvSpPr txBox="1"/>
          <p:nvPr>
            <p:ph type="title"/>
          </p:nvPr>
        </p:nvSpPr>
        <p:spPr>
          <a:xfrm>
            <a:off x="1297500" y="3564625"/>
            <a:ext cx="7038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Prévias de atividades didáticas cooperativas</a:t>
            </a:r>
            <a:endParaRPr/>
          </a:p>
        </p:txBody>
      </p:sp>
      <p:sp>
        <p:nvSpPr>
          <p:cNvPr id="153" name="Google Shape;153;p15"/>
          <p:cNvSpPr txBox="1"/>
          <p:nvPr>
            <p:ph idx="1" type="body"/>
          </p:nvPr>
        </p:nvSpPr>
        <p:spPr>
          <a:xfrm>
            <a:off x="1297500" y="4230325"/>
            <a:ext cx="7038900" cy="6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Criação de layout em grupo usando textos e imagens apropriadas.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Apresentação de peça visual com justificativas técnicas.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1297500" y="393750"/>
            <a:ext cx="7038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Estratégias de avaliação</a:t>
            </a:r>
            <a:endParaRPr/>
          </a:p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1297500" y="1193275"/>
            <a:ext cx="7038900" cy="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Avaliação de trabalhos visuais com critérios claros (legibilidade, estrutura, harmonia)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Autoavaliação e feedback em grupo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Portfólio de peças desenvolvidas ao longo do bimestre</a:t>
            </a:r>
            <a:endParaRPr/>
          </a:p>
        </p:txBody>
      </p:sp>
      <p:sp>
        <p:nvSpPr>
          <p:cNvPr id="160" name="Google Shape;160;p16"/>
          <p:cNvSpPr txBox="1"/>
          <p:nvPr>
            <p:ph type="title"/>
          </p:nvPr>
        </p:nvSpPr>
        <p:spPr>
          <a:xfrm>
            <a:off x="1297500" y="2005925"/>
            <a:ext cx="7038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Espaços educativos</a:t>
            </a:r>
            <a:endParaRPr/>
          </a:p>
        </p:txBody>
      </p:sp>
      <p:sp>
        <p:nvSpPr>
          <p:cNvPr id="161" name="Google Shape;161;p16"/>
          <p:cNvSpPr txBox="1"/>
          <p:nvPr>
            <p:ph idx="1" type="body"/>
          </p:nvPr>
        </p:nvSpPr>
        <p:spPr>
          <a:xfrm>
            <a:off x="1297500" y="2751975"/>
            <a:ext cx="7038900" cy="6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Laboratório de informática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Sala de aula multimídia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