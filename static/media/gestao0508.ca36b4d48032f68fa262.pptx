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fc41c98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dfc41c98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3bc76eb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3bc76eb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3bc76eb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3bc76eb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Gestão do Tempo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399650" y="1310700"/>
            <a:ext cx="7038900" cy="25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rPr lang="pt-BR" sz="1260"/>
              <a:t>Importância vs Urgência Ensinar a diferença e como usar a matriz de Eisenhower (fazer, delegar, adiar, eliminar).</a:t>
            </a:r>
            <a:endParaRPr sz="12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rPr lang="pt-BR" sz="1260"/>
              <a:t>Objetivos Pessoais e Profissionais Alinhar tarefas com metas de curto, médio e longo prazo.</a:t>
            </a:r>
            <a:endParaRPr sz="12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rPr lang="pt-BR" sz="1260"/>
              <a:t>Lei de Pareto (80/20) Focar nas ações que geram maior impacto.</a:t>
            </a:r>
            <a:endParaRPr sz="12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rPr lang="pt-BR" sz="1260"/>
              <a:t>Valor vs Esforço Avaliar quais tarefas oferecem mais retorno por menos energia.</a:t>
            </a:r>
            <a:endParaRPr sz="12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rPr lang="pt-BR" sz="1260"/>
              <a:t>Planejamento Semanal e Diário Inserir rituais de revisão e priorização constantes.</a:t>
            </a:r>
            <a:endParaRPr sz="12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114250" y="47050"/>
            <a:ext cx="8029500" cy="50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60"/>
              <a:t>Importância vs Urgência</a:t>
            </a:r>
            <a:endParaRPr b="1" sz="15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Ensinar a diferença e como usar a matriz de Eisenhower (fazer, delegar, adiar, eliminar).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60"/>
              <a:t>Essa é uma distinção fundamental para quem quer tomar decisões mais conscientes e evitar o caos na rotina. Vamos destrinchar:</a:t>
            </a:r>
            <a:endParaRPr b="1"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Urgência</a:t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Está ligada ao tempo: exige ação imediata.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Costuma gerar pressão emocional e sensação de correria.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Exemplos: prazos apertados, crises, ligações inesperadas, tarefas que “gritam”.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“Urgente é aquilo que não pode esperar.”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114250" y="47050"/>
            <a:ext cx="8029500" cy="50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Importância</a:t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Está ligada ao valor e impacto: contribui para seus objetivos e propósito.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Nem sempre tem prazo imediato, mas é essencial para o crescimento.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Exemplos: planejamento, estudo, autocuidado, desenvolvimento de projetos.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“Importante é aquilo que faz diferença no longo prazo.”</a:t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60"/>
              <a:t>Por que confundir é perigoso?</a:t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6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60"/>
              <a:t>Muitas pessoas vivem apagando incêndios (urgências) e deixam de investir no que realmente transforma suas vidas (importância). O ideal é reduzir urgências com planejamento e priorizar o que é importante antes que vire urgente2.</a:t>
            </a:r>
            <a:endParaRPr sz="12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