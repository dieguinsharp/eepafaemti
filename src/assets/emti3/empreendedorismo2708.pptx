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3c6d70be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3c6d70be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8ef110f7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8ef110f7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8ef110f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8ef110f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8ef110f7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8ef110f7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8ef110f7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8ef110f7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8ef110f7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8ef110f7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8ef110f7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8ef110f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8ef110f7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8ef110f7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258100" y="690850"/>
            <a:ext cx="5522700" cy="19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Criando um Negócio Sustentável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Empreendedorismo jovem com impacto positivo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27/08/2025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113325"/>
            <a:ext cx="7038900" cy="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Idéia com Propósito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900225"/>
            <a:ext cx="70389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- Identifique um problema ambiental ou social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- Pense em uma solução criativa e viável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- Foque em algo que os alunos possam executar com recursos simples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113325"/>
            <a:ext cx="7038900" cy="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Pesquisa e Planejamento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900225"/>
            <a:ext cx="70389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- Quem vai usar ou comprar?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- Existem concorrentes? Como se diferenciar?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- Qual será o impacto sustentável da ideia?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113325"/>
            <a:ext cx="7038900" cy="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 de Negócio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900225"/>
            <a:ext cx="70389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- Nome do projeto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- Missão, visão e valores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- O que será vendido, como e por quanto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113325"/>
            <a:ext cx="7038900" cy="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Sustentabilidade na prática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900225"/>
            <a:ext cx="70389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- Uso de materiais recicláveis ou reaproveitados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- Redução de desperdício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- Ações educativas junto ao produto ou serviço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113325"/>
            <a:ext cx="7038900" cy="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Comunicação e Divulgação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900225"/>
            <a:ext cx="70389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- Redes sociais, cartazes ou boca a boca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- Conte a história do projeto e seu impacto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- Envolva a comunidade escolar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113325"/>
            <a:ext cx="7038900" cy="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Finanças e Organização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900225"/>
            <a:ext cx="70389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- Estime custos e lucros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- Use planilhas simples para controle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- Reinvista parte do lucro em melhorias ou causas sociais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113325"/>
            <a:ext cx="7038900" cy="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e Aprendizado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900225"/>
            <a:ext cx="70389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- Crie uma versão piloto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- Colete feedback dos usuários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- Ajuste o produto ou serviço com base nas sugestões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113325"/>
            <a:ext cx="7038900" cy="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Impacto e Evolução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900225"/>
            <a:ext cx="70389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- Meça o impacto ambiental/social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- Compartilhe os resultados com a escola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- Pense em como escalar ou replicar a ideia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