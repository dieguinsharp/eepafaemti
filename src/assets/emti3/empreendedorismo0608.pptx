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7e495f7b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7e495f7b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3c6d70be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3c6d70b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3c6d70be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3c6d70be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3c6d70be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3c6d70be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3c6d70be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3c6d70be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3c6d70be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3c6d70be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47425" y="1578400"/>
            <a:ext cx="5522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Empreendedorismo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06/08/2025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517725" y="94825"/>
            <a:ext cx="3232800" cy="6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Conteúdos 2o Bimestre</a:t>
            </a:r>
            <a:endParaRPr sz="2000"/>
          </a:p>
        </p:txBody>
      </p:sp>
      <p:sp>
        <p:nvSpPr>
          <p:cNvPr id="141" name="Google Shape;141;p14"/>
          <p:cNvSpPr txBox="1"/>
          <p:nvPr>
            <p:ph type="ctrTitle"/>
          </p:nvPr>
        </p:nvSpPr>
        <p:spPr>
          <a:xfrm>
            <a:off x="3861900" y="476100"/>
            <a:ext cx="52821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Conceito de empreendedorismo social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Sustentabilidade e responsabilidade socioambiental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Exemplos de negócios de impacto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2" name="Google Shape;142;p14"/>
          <p:cNvSpPr txBox="1"/>
          <p:nvPr>
            <p:ph type="ctrTitle"/>
          </p:nvPr>
        </p:nvSpPr>
        <p:spPr>
          <a:xfrm>
            <a:off x="4701525" y="1319700"/>
            <a:ext cx="32328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Objetivo</a:t>
            </a:r>
            <a:endParaRPr sz="2000"/>
          </a:p>
        </p:txBody>
      </p:sp>
      <p:sp>
        <p:nvSpPr>
          <p:cNvPr id="143" name="Google Shape;143;p14"/>
          <p:cNvSpPr txBox="1"/>
          <p:nvPr>
            <p:ph type="ctrTitle"/>
          </p:nvPr>
        </p:nvSpPr>
        <p:spPr>
          <a:xfrm>
            <a:off x="3861900" y="1826150"/>
            <a:ext cx="52821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Despertar nos alunos a consciência de que empreender pode ser uma ferramenta de transformação social e ambiental, promovendo impacto positivo na comunidade.</a:t>
            </a:r>
            <a:endParaRPr sz="1200"/>
          </a:p>
        </p:txBody>
      </p:sp>
      <p:sp>
        <p:nvSpPr>
          <p:cNvPr id="144" name="Google Shape;144;p14"/>
          <p:cNvSpPr txBox="1"/>
          <p:nvPr>
            <p:ph type="ctrTitle"/>
          </p:nvPr>
        </p:nvSpPr>
        <p:spPr>
          <a:xfrm>
            <a:off x="4811150" y="2669750"/>
            <a:ext cx="32328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Habilidades</a:t>
            </a:r>
            <a:endParaRPr sz="2000"/>
          </a:p>
        </p:txBody>
      </p:sp>
      <p:sp>
        <p:nvSpPr>
          <p:cNvPr id="145" name="Google Shape;145;p14"/>
          <p:cNvSpPr txBox="1"/>
          <p:nvPr>
            <p:ph type="ctrTitle"/>
          </p:nvPr>
        </p:nvSpPr>
        <p:spPr>
          <a:xfrm>
            <a:off x="3861900" y="3285050"/>
            <a:ext cx="52821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Análise crítica de problemas sociais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Planejamento de soluções sustentáveis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Interpretação de dados sobre impacto social</a:t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393750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Prévias de atividades</a:t>
            </a:r>
            <a:endParaRPr/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1297500" y="1064950"/>
            <a:ext cx="70389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Roda de conversa: “Quais problemas sociais existem na nossa comunidade?”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Dinâmica de sensibilização: Alunos recebem notícias reais sobre desafios sociais e ambientais e discutem em grupos.</a:t>
            </a:r>
            <a:endParaRPr/>
          </a:p>
        </p:txBody>
      </p:sp>
      <p:sp>
        <p:nvSpPr>
          <p:cNvPr id="152" name="Google Shape;152;p15"/>
          <p:cNvSpPr txBox="1"/>
          <p:nvPr>
            <p:ph type="title"/>
          </p:nvPr>
        </p:nvSpPr>
        <p:spPr>
          <a:xfrm>
            <a:off x="1364350" y="2284250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autodidáticas</a:t>
            </a:r>
            <a:endParaRPr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1364350" y="2955450"/>
            <a:ext cx="70389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Pesquisa individual: Cada aluno escolhe uma organização social ou negócio sustentável e apresenta um resumo com missão, impacto e modelo de atuação.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Análise de vídeos curtos: TED Talks ou documentários sobre negócios de impacto (ex: TETO, Banco Palmas).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Prévias de atividades didático-cooperativas</a:t>
            </a:r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297500" y="1064950"/>
            <a:ext cx="70389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Criação de ideia inovadora: Em grupos, os alunos desenvolvem uma solução criativa para um problema real, usando tecnologia.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Pitch de inovação: Apresentação rápida (3–5 minutos) da ideia para a turma, com foco em inovação e viabilidade.</a:t>
            </a:r>
            <a:endParaRPr/>
          </a:p>
        </p:txBody>
      </p:sp>
      <p:sp>
        <p:nvSpPr>
          <p:cNvPr id="160" name="Google Shape;160;p16"/>
          <p:cNvSpPr txBox="1"/>
          <p:nvPr>
            <p:ph type="title"/>
          </p:nvPr>
        </p:nvSpPr>
        <p:spPr>
          <a:xfrm>
            <a:off x="1364350" y="2284250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complementares</a:t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1364350" y="2955450"/>
            <a:ext cx="70389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Hackathon escolar: Evento de 1 dia para desenvolver ideias inovadoras com mentoria.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Diário de inovação: Cada aluno registra suas ideias ao longo do bimestre e compartilha com a turma.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1297500" y="393750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Estratégias de avaliação</a:t>
            </a:r>
            <a:endParaRPr/>
          </a:p>
        </p:txBody>
      </p:sp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1297500" y="1064950"/>
            <a:ext cx="70389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Avaliação de proposta inovadora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Participação em debates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Prova geral</a:t>
            </a:r>
            <a:endParaRPr/>
          </a:p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1364350" y="2284250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Situações didáticas</a:t>
            </a:r>
            <a:endParaRPr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1297500" y="2955450"/>
            <a:ext cx="70389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Estudo de casos reais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Discussão sobre problemas locais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Criação de projetos sociais fictícios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297500" y="201275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Porquê empreender de forma sustentável e local</a:t>
            </a:r>
            <a:endParaRPr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1297500" y="784775"/>
            <a:ext cx="7038900" cy="40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Empreender de forma sustentável e local é mais do que abrir um negócio — é assumir um compromisso com o futuro da comunidade e do planeta. Em um mundo marcado por desigualdades sociais, degradação ambiental e consumo desenfreado, o empreendedorismo consciente surge como uma resposta inteligente e responsável.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Quando um empreendedor escolhe atuar de forma sustentável, ele busca equilibrar três pilares fundamentais: econômico, social e ambiental. Isso significa que seu negócio não visa apenas o lucro, mas também o bem-estar das pessoas e a preservação dos recursos naturais. Já o empreendedorismo local valoriza a cultura, os talentos e as necessidades da própria comunidade, gerando empregos, fortalecendo a economia regional e promovendo inclusão.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Empreender localmente e com consciência ambiental tem diversos benefícios:</a:t>
            </a:r>
            <a:endParaRPr/>
          </a:p>
          <a:p>
            <a:pPr indent="-311150" lvl="0" marL="9144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Reduz impactos negativos no meio ambiente, como poluição e desperdício.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Gera renda e oportunidades para pessoas próximas, combatendo a desigualdade.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Fortalece vínculos comunitários, criando redes de apoio e colaboração.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Valoriza saberes e produtos locais, resgatando tradições e promovendo inovação com identidade.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1297500" y="201275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Porquê empreender de forma sustentável e local</a:t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1297500" y="784775"/>
            <a:ext cx="7038900" cy="17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Além disso, negócios sustentáveis tendem a ser mais resilientes e adaptáveis, pois estão conectados com as reais demandas da sociedade. Eles conquistam consumidores mais conscientes e constroem reputações sólidas, baseadas em propósito e responsabilidade.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Empreender com propósito é transformar ideias em soluções que respeitam o meio ambiente, cuidam das pessoas e constroem um futuro mais justo. E tudo isso pode começar no bairro, na escola, na cidade — com pequenas ações que geram grandes impactos.</a:t>
            </a: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24275"/>
            <a:ext cx="4074689" cy="2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514" y="2724275"/>
            <a:ext cx="4029910" cy="2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